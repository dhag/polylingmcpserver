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3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6525A7-ECEE-43D5-BD1E-1280CA5B3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942519-2DCE-4AD5-AC81-2B774DF87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2A960B-FAB0-4A6B-83A2-E315C30FF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267BD3-B1F3-4BC2-B864-9FD4B442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2C98FF-7491-4EC1-B9DE-9C5BCD73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7141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10FF63-05B1-4068-9E56-3C801C1C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09BA68-B0A8-4EAD-9713-D341CE9C3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9B96A9-21C8-4A3D-94D9-149435205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AF7886-862C-4F10-BCC8-8416EF135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CD77D-143C-42AB-A31A-69CDC72E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03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3BECD2-42E3-4239-B5C4-FEB0141E1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5CF932-2D43-48F3-8738-3C96712F8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4CC849-5522-4BEC-B7AC-C1DA3E84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07363D-65C2-4F04-AE97-7A95252D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4C98CB-3E1D-4009-B393-DC5C79DB8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8172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6DE3DB-0E18-49BA-803E-2E50A989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E0FD8D-205F-412F-A124-61A334534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32D8C3-AD5E-4DA5-AD81-CD8E09F43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A6A133-8720-4B1F-8E74-3C925451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CB6C85-60D9-4B8D-B640-26BF90AC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3E5483-D73D-445A-A19B-C9F3A97F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923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E72553-8EBF-4FDD-80EB-754C038CB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57ECCD-1519-46BF-885E-CB53AFC9B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9A7078-B0F0-4C07-B72C-EC7D757DB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0126CF1-EECD-4272-B7E1-10F766322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FD8D42-3F9B-4711-ABCE-85BDF0BD8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5F518AD-FF1D-4805-B5B2-78F7081E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B8C5CD5-F6DC-45A0-BF8A-CD2028FA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2FBB629-295F-4B3C-81A5-2FEBC96D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861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9A6C3A-4620-4707-8D49-A1986557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AC2E5E6-97D2-48BE-B9D4-F77F1D56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5654ED-36D2-4B9E-A3D3-0964BE7C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C3D360-2039-4B3F-A1A2-9D50CE3A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25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34C6CE7-3D59-42E2-8D88-416F9280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099E70B-8FB9-49CD-88D1-7AC422463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261551-103F-4B17-A222-F8909E80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52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2EAC34-2428-4B19-98E8-4C6EA0A23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F96306-C1A2-411F-9433-5EB1003EA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18678F-4FBD-485A-AA9A-5F1695E2B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EE0DC5-1EAE-4AEF-8EAF-F2E62F139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A97761-F4FF-4175-81D4-0B0AF259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DAF082-C377-46A5-8786-F01F2BE2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839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8EA45F-ED70-4B55-98C1-E7BF1CC9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98B54A0-1EDF-4BAA-A87B-8B9A223DE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10B22E-2A3D-4ED0-BDA0-46EB689EF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990C1B-F045-4AC9-B969-B55277909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4D4176-5859-4ECB-A13A-10E3D3B6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B78098-9630-447E-87F8-D5B3D5B7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42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407F8-2F91-4763-9C4D-E60CCE121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B80405-18E6-4CFB-9326-EF02CF675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B981B4-1102-4983-86DC-A4BDD380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4C7ADB-DF45-4B88-8ABF-C7857EC0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1801A6-0DF9-4F6C-B047-74F10E03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983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7CA8228-AB08-48CA-8C13-48BC320AA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015963-8590-489D-80C9-FA3A628F0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43C090-F129-4BBF-A9EB-B728C7AD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A25312-18BC-49BA-B7B8-485319895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808B0D-C1B7-4F51-A654-4B11970E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555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DA81456-A41D-4A9F-988E-4B217683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E68E08-091F-46F2-A482-510B956A6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69E013-E826-4843-BFB4-F06791B55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493AE-8733-4200-B313-75A7585CE7BC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E0F782-9041-4C59-9142-365A92FB4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668221-6D0F-4E62-9573-18A6C3BB9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309B2-C3A4-4F1E-9D25-3B4E8BCE66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3797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A1B714A-57CC-43B9-83E5-070B28CB8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64" y="127627"/>
            <a:ext cx="3829661" cy="6367925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86302749-7238-43CC-9211-AEA861ED29B7}"/>
              </a:ext>
            </a:extLst>
          </p:cNvPr>
          <p:cNvSpPr/>
          <p:nvPr/>
        </p:nvSpPr>
        <p:spPr>
          <a:xfrm>
            <a:off x="2290761" y="2730230"/>
            <a:ext cx="862519" cy="1044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012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6EF5F0BD-F72F-4EF2-AFBB-980880B76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96" y="982316"/>
            <a:ext cx="10434536" cy="1655762"/>
          </a:xfrm>
        </p:spPr>
        <p:txBody>
          <a:bodyPr>
            <a:normAutofit fontScale="92500"/>
          </a:bodyPr>
          <a:lstStyle/>
          <a:p>
            <a:r>
              <a:rPr kumimoji="1" lang="en-US" altLang="ja-JP" dirty="0"/>
              <a:t>.\</a:t>
            </a:r>
            <a:r>
              <a:rPr kumimoji="1" lang="en-US" altLang="ja-JP" dirty="0" err="1"/>
              <a:t>PolyLingMcpServer</a:t>
            </a:r>
            <a:r>
              <a:rPr kumimoji="1" lang="en-US" altLang="ja-JP" dirty="0"/>
              <a:t>\bin\Debug\net8.0\PolyLingMcpServer.exe --project "</a:t>
            </a:r>
            <a:r>
              <a:rPr kumimoji="1" lang="en-US" altLang="ja-JP" dirty="0">
                <a:highlight>
                  <a:srgbClr val="808080"/>
                </a:highlight>
              </a:rPr>
              <a:t>D:\UNITY</a:t>
            </a:r>
            <a:r>
              <a:rPr kumimoji="1" lang="ja-JP" altLang="en-US" dirty="0">
                <a:highlight>
                  <a:srgbClr val="808080"/>
                </a:highlight>
              </a:rPr>
              <a:t>保存の品</a:t>
            </a:r>
            <a:r>
              <a:rPr kumimoji="1" lang="en-US" altLang="ja-JP" dirty="0">
                <a:highlight>
                  <a:srgbClr val="808080"/>
                </a:highlight>
              </a:rPr>
              <a:t>\TEO3.0</a:t>
            </a:r>
            <a:r>
              <a:rPr kumimoji="1" lang="ja-JP" altLang="en-US" dirty="0">
                <a:highlight>
                  <a:srgbClr val="808080"/>
                </a:highlight>
              </a:rPr>
              <a:t>開発中</a:t>
            </a:r>
            <a:r>
              <a:rPr kumimoji="1" lang="en-US" altLang="ja-JP" dirty="0">
                <a:highlight>
                  <a:srgbClr val="808080"/>
                </a:highlight>
              </a:rPr>
              <a:t>\</a:t>
            </a:r>
            <a:r>
              <a:rPr kumimoji="1" lang="en-US" altLang="ja-JP" dirty="0" err="1"/>
              <a:t>PolyLing</a:t>
            </a:r>
            <a:r>
              <a:rPr kumimoji="1" lang="en-US" altLang="ja-JP" dirty="0"/>
              <a:t>" --editable "Packages/</a:t>
            </a:r>
            <a:r>
              <a:rPr kumimoji="1" lang="en-US" altLang="ja-JP" dirty="0" err="1"/>
              <a:t>com.haglib.polyling;Packages</a:t>
            </a:r>
            <a:r>
              <a:rPr kumimoji="1" lang="en-US" altLang="ja-JP" dirty="0"/>
              <a:t>/</a:t>
            </a:r>
            <a:r>
              <a:rPr kumimoji="1" lang="en-US" altLang="ja-JP" dirty="0" err="1"/>
              <a:t>com.haglib.net_duplexchannel;SandBox</a:t>
            </a:r>
            <a:r>
              <a:rPr kumimoji="1" lang="en-US" altLang="ja-JP" dirty="0"/>
              <a:t>;@settings" --root "settings=</a:t>
            </a:r>
            <a:r>
              <a:rPr kumimoji="1" lang="en-US" altLang="ja-JP" dirty="0">
                <a:highlight>
                  <a:srgbClr val="808080"/>
                </a:highlight>
              </a:rPr>
              <a:t>C:\Users\dhag</a:t>
            </a:r>
            <a:r>
              <a:rPr kumimoji="1" lang="en-US" altLang="ja-JP" dirty="0"/>
              <a:t>\</a:t>
            </a:r>
            <a:r>
              <a:rPr kumimoji="1" lang="en-US" altLang="ja-JP" dirty="0" err="1"/>
              <a:t>AppData</a:t>
            </a:r>
            <a:r>
              <a:rPr kumimoji="1" lang="en-US" altLang="ja-JP" dirty="0"/>
              <a:t>\</a:t>
            </a:r>
            <a:r>
              <a:rPr kumimoji="1" lang="en-US" altLang="ja-JP" dirty="0" err="1"/>
              <a:t>LocalLow</a:t>
            </a:r>
            <a:r>
              <a:rPr kumimoji="1" lang="en-US" altLang="ja-JP" dirty="0"/>
              <a:t>\</a:t>
            </a:r>
            <a:r>
              <a:rPr kumimoji="1" lang="en-US" altLang="ja-JP" dirty="0" err="1"/>
              <a:t>HagiharaLab</a:t>
            </a:r>
            <a:r>
              <a:rPr kumimoji="1" lang="en-US" altLang="ja-JP" dirty="0"/>
              <a:t>" --http 8771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15035CD-F642-4DBB-91F6-5A9CBCEBD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579" y="2783562"/>
            <a:ext cx="12192000" cy="651786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9349011-330A-4D79-AF95-725EA5304A3B}"/>
              </a:ext>
            </a:extLst>
          </p:cNvPr>
          <p:cNvSpPr txBox="1"/>
          <p:nvPr/>
        </p:nvSpPr>
        <p:spPr>
          <a:xfrm>
            <a:off x="765578" y="190501"/>
            <a:ext cx="9857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cd </a:t>
            </a:r>
            <a:r>
              <a:rPr lang="ja-JP" altLang="en-US" dirty="0"/>
              <a:t>D:\UNITY保存の品\TEO3.0開発中\PolyLing</a:t>
            </a:r>
            <a:r>
              <a:rPr lang="en-US" altLang="ja-JP" dirty="0"/>
              <a:t>\</a:t>
            </a:r>
            <a:r>
              <a:rPr lang="ja-JP" altLang="en-US" dirty="0"/>
              <a:t>データとツール</a:t>
            </a:r>
            <a:r>
              <a:rPr lang="en-US" altLang="ja-JP" dirty="0"/>
              <a:t>\</a:t>
            </a:r>
            <a:r>
              <a:rPr lang="en-US" altLang="ja-JP" dirty="0" err="1"/>
              <a:t>PolyLingMcpServer</a:t>
            </a:r>
            <a:br>
              <a:rPr lang="en-US" altLang="ja-JP" dirty="0"/>
            </a:b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1329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4113B25-4596-4E34-A4A4-1073AFD03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65" y="1757464"/>
            <a:ext cx="9500869" cy="6858000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36E4BB45-A9BA-4325-A0C5-AD8C71298B8A}"/>
              </a:ext>
            </a:extLst>
          </p:cNvPr>
          <p:cNvSpPr/>
          <p:nvPr/>
        </p:nvSpPr>
        <p:spPr>
          <a:xfrm rot="13172753">
            <a:off x="5598163" y="3534384"/>
            <a:ext cx="862519" cy="1044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9AF13C2-3983-4499-A6D8-92F2901F51AB}"/>
              </a:ext>
            </a:extLst>
          </p:cNvPr>
          <p:cNvSpPr/>
          <p:nvPr/>
        </p:nvSpPr>
        <p:spPr>
          <a:xfrm>
            <a:off x="1225683" y="645107"/>
            <a:ext cx="3035031" cy="395592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6F5565E-E83A-4A83-BF26-2A9FD0DAFDBD}"/>
              </a:ext>
            </a:extLst>
          </p:cNvPr>
          <p:cNvSpPr txBox="1"/>
          <p:nvPr/>
        </p:nvSpPr>
        <p:spPr>
          <a:xfrm>
            <a:off x="1345565" y="671367"/>
            <a:ext cx="2747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http://127.0.0.1:8771/</a:t>
            </a:r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D1A0A4D-437A-4CD3-B148-78DC0A8D60A0}"/>
              </a:ext>
            </a:extLst>
          </p:cNvPr>
          <p:cNvSpPr txBox="1"/>
          <p:nvPr/>
        </p:nvSpPr>
        <p:spPr>
          <a:xfrm>
            <a:off x="816209" y="1268276"/>
            <a:ext cx="131636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/>
              <a:t>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</a:t>
            </a:r>
            <a:endParaRPr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45768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4EA24CA-85CC-49F5-9AA4-8E5EEA9C7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071" y="390121"/>
            <a:ext cx="8627799" cy="5892593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D52A5B7B-817B-45FC-AB1C-E479BED99222}"/>
              </a:ext>
            </a:extLst>
          </p:cNvPr>
          <p:cNvSpPr/>
          <p:nvPr/>
        </p:nvSpPr>
        <p:spPr>
          <a:xfrm>
            <a:off x="2567587" y="2782744"/>
            <a:ext cx="1326184" cy="395592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275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4C3DB7E-D9F8-407E-BE5F-B2D71F9CF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7" y="0"/>
            <a:ext cx="10041325" cy="685800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C5FF35E-E149-4A5D-B17F-CA68D9876054}"/>
              </a:ext>
            </a:extLst>
          </p:cNvPr>
          <p:cNvSpPr/>
          <p:nvPr/>
        </p:nvSpPr>
        <p:spPr>
          <a:xfrm>
            <a:off x="2775924" y="4163427"/>
            <a:ext cx="3035031" cy="395592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056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064C1B7-53FD-4893-8A77-325B9B795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7" y="0"/>
            <a:ext cx="10041325" cy="685800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55E7ADA-14CC-4D92-B7AC-505229FC3CFB}"/>
              </a:ext>
            </a:extLst>
          </p:cNvPr>
          <p:cNvSpPr/>
          <p:nvPr/>
        </p:nvSpPr>
        <p:spPr>
          <a:xfrm>
            <a:off x="2513086" y="1846966"/>
            <a:ext cx="1689521" cy="436005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AA23492-5A55-4BC9-9ED2-CFAB1EBB29DF}"/>
              </a:ext>
            </a:extLst>
          </p:cNvPr>
          <p:cNvSpPr/>
          <p:nvPr/>
        </p:nvSpPr>
        <p:spPr>
          <a:xfrm>
            <a:off x="5965804" y="1266635"/>
            <a:ext cx="2602911" cy="436005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679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830CB51-B6C9-4BA8-A74D-23B2266D6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7" y="0"/>
            <a:ext cx="10041325" cy="685800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4A1FD29-627C-4531-B62A-B7CCA87CBF51}"/>
              </a:ext>
            </a:extLst>
          </p:cNvPr>
          <p:cNvSpPr/>
          <p:nvPr/>
        </p:nvSpPr>
        <p:spPr>
          <a:xfrm>
            <a:off x="4045160" y="1044779"/>
            <a:ext cx="1011290" cy="395592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27D7F99-F622-45D7-9EEC-98D295A34B28}"/>
              </a:ext>
            </a:extLst>
          </p:cNvPr>
          <p:cNvSpPr/>
          <p:nvPr/>
        </p:nvSpPr>
        <p:spPr>
          <a:xfrm>
            <a:off x="5090764" y="1042943"/>
            <a:ext cx="1011290" cy="395592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680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102</Words>
  <Application>Microsoft Office PowerPoint</Application>
  <PresentationFormat>ワイド画面</PresentationFormat>
  <Paragraphs>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yoshihiro hagihara</dc:creator>
  <cp:lastModifiedBy>yoshihiro hagihara</cp:lastModifiedBy>
  <cp:revision>10</cp:revision>
  <dcterms:created xsi:type="dcterms:W3CDTF">2026-09-16T10:02:23Z</dcterms:created>
  <dcterms:modified xsi:type="dcterms:W3CDTF">2026-09-17T08:00:27Z</dcterms:modified>
</cp:coreProperties>
</file>
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56" r:id="rId5"/>
    <p:sldId id="259" r:id="rId6"/>
    <p:sldId id="260" r:id="rId7"/>
    <p:sldId id="261" r:id="rId8"/>
    <p:sldId id="262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0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6525A7-ECEE-43D5-BD1E-1280CA5B30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942519-2DCE-4AD5-AC81-2B774DF876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2A960B-FAB0-4A6B-83A2-E315C30FF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267BD3-B1F3-4BC2-B864-9FD4B442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2C98FF-7491-4EC1-B9DE-9C5BCD732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14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0FF63-05B1-4068-9E56-3C801C1C8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09BA68-B0A8-4EAD-9713-D341CE9C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B96A9-21C8-4A3D-94D9-149435205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AF7886-862C-4F10-BCC8-8416EF13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DCD77D-143C-42AB-A31A-69CDC72E9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032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3BECD2-42E3-4239-B5C4-FEB0141E1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5CF932-2D43-48F3-8738-3C96712F8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CC849-5522-4BEC-B7AC-C1DA3E843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07363D-65C2-4F04-AE97-7A95252DC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4C98CB-3E1D-4009-B393-DC5C79DB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8172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6DE3DB-0E18-49BA-803E-2E50A989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E0FD8D-205F-412F-A124-61A3345348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32D8C3-AD5E-4DA5-AD81-CD8E09F43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A6A133-8720-4B1F-8E74-3C925451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CB6C85-60D9-4B8D-B640-26BF90AC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3E5483-D73D-445A-A19B-C9F3A97F5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923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E72553-8EBF-4FDD-80EB-754C038C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57ECCD-1519-46BF-885E-CB53AFC9B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9A7078-B0F0-4C07-B72C-EC7D757DB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0126CF1-EECD-4272-B7E1-10F766322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3FD8D42-3F9B-4711-ABCE-85BDF0BD80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5F518AD-FF1D-4805-B5B2-78F7081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B8C5CD5-F6DC-45A0-BF8A-CD2028FAE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FBB629-295F-4B3C-81A5-2FEBC96D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861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9A6C3A-4620-4707-8D49-A1986557F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AC2E5E6-97D2-48BE-B9D4-F77F1D56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5654ED-36D2-4B9E-A3D3-0964BE7CE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C3D360-2039-4B3F-A1A2-9D50CE3A1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25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34C6CE7-3D59-42E2-8D88-416F9280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099E70B-8FB9-49CD-88D1-7AC422463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261551-103F-4B17-A222-F8909E80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7529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2EAC34-2428-4B19-98E8-4C6EA0A23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F96306-C1A2-411F-9433-5EB1003E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18678F-4FBD-485A-AA9A-5F1695E2BB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EE0DC5-1EAE-4AEF-8EAF-F2E62F13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97761-F4FF-4175-81D4-0B0AF259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DAF082-C377-46A5-8786-F01F2BE2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839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EA45F-ED70-4B55-98C1-E7BF1CC9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98B54A0-1EDF-4BAA-A87B-8B9A223DE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E10B22E-2A3D-4ED0-BDA0-46EB689EF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990C1B-F045-4AC9-B969-B5527790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4D4176-5859-4ECB-A13A-10E3D3B6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B78098-9630-447E-87F8-D5B3D5B71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420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E407F8-2F91-4763-9C4D-E60CCE121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B80405-18E6-4CFB-9326-EF02CF6758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B981B4-1102-4983-86DC-A4BDD380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4C7ADB-DF45-4B88-8ABF-C7857EC0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1801A6-0DF9-4F6C-B047-74F10E030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1983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7CA8228-AB08-48CA-8C13-48BC320AA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015963-8590-489D-80C9-FA3A628F0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43C090-F129-4BBF-A9EB-B728C7AD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25312-18BC-49BA-B7B8-48531989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808B0D-C1B7-4F51-A654-4B11970E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555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DA81456-A41D-4A9F-988E-4B217683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68E08-091F-46F2-A482-510B956A6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69E013-E826-4843-BFB4-F06791B55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493AE-8733-4200-B313-75A7585CE7BC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E0F782-9041-4C59-9142-365A92FB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68221-6D0F-4E62-9573-18A6C3BB9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3797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A1B714A-57CC-43B9-83E5-070B28CB8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64" y="127627"/>
            <a:ext cx="3829661" cy="6367925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86302749-7238-43CC-9211-AEA861ED29B7}"/>
              </a:ext>
            </a:extLst>
          </p:cNvPr>
          <p:cNvSpPr/>
          <p:nvPr/>
        </p:nvSpPr>
        <p:spPr>
          <a:xfrm>
            <a:off x="2290761" y="2730230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012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>
                <a:highlight>
                  <a:srgbClr val="808080"/>
                </a:highlight>
              </a:rPr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</a:t>
            </a:r>
            <a:endParaRPr kumimoji="1" lang="ja-JP" altLang="en-US" sz="1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5035CD-F642-4DBB-91F6-5A9CBCEBD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579" y="2783562"/>
            <a:ext cx="12192000" cy="65178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エディタ版の場合</a:t>
            </a:r>
          </a:p>
        </p:txBody>
      </p:sp>
    </p:spTree>
    <p:extLst>
      <p:ext uri="{BB962C8B-B14F-4D97-AF65-F5344CB8AC3E}">
        <p14:creationId xmlns:p14="http://schemas.microsoft.com/office/powerpoint/2010/main" val="3913297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 </a:t>
            </a:r>
            <a:r>
              <a:rPr kumimoji="1" lang="en-US" altLang="ja-JP" sz="1400" dirty="0">
                <a:solidFill>
                  <a:srgbClr val="FF0000"/>
                </a:solidFill>
                <a:highlight>
                  <a:srgbClr val="FFFF00"/>
                </a:highlight>
              </a:rPr>
              <a:t>--target player --player-exe </a:t>
            </a:r>
            <a:r>
              <a:rPr kumimoji="1" lang="en-US" altLang="ja-JP" sz="1400" dirty="0" err="1">
                <a:solidFill>
                  <a:srgbClr val="FF0000"/>
                </a:solidFill>
                <a:highlight>
                  <a:srgbClr val="FFFF00"/>
                </a:highlight>
              </a:rPr>
              <a:t>PolyLing</a:t>
            </a:r>
            <a:endParaRPr kumimoji="1" lang="ja-JP" altLang="en-US" sz="14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ランタイム版の場合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A99D00-4DA3-43F5-B9E2-1C3A491E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520" y="3429000"/>
            <a:ext cx="115824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Editor 向けのサーバも同時に動かす場合は、HTTP ポートが重なるので、こちらの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--http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を 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8773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などに変えてください。 </a:t>
            </a: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44B7BEB-AE7E-4DA6-B3FA-4DEC367A26AF}"/>
              </a:ext>
            </a:extLst>
          </p:cNvPr>
          <p:cNvSpPr txBox="1"/>
          <p:nvPr/>
        </p:nvSpPr>
        <p:spPr>
          <a:xfrm>
            <a:off x="2127038" y="2068864"/>
            <a:ext cx="7471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D:\UNITY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保存の品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\TEO3.0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開発中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</a:t>
            </a:r>
            <a:r>
              <a:rPr lang="en-US" altLang="ja-JP" b="0" i="0" dirty="0" err="1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RuntimeBuild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\PolyLing.exe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のとき。</a:t>
            </a:r>
            <a:endParaRPr lang="ja-JP" altLang="en-US" dirty="0">
              <a:highlight>
                <a:srgbClr val="C0C0C0"/>
              </a:highlight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1EA09D5B-A0C1-4B8B-9B16-AEDA7F161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96" y="3069138"/>
            <a:ext cx="1130890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サーバはパスではなくプロセス名だけで探します。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PolyLing.exe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がどのフォルダにあっても関係ありません。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945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4113B25-4596-4E34-A4A4-1073AFD03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65" y="1757464"/>
            <a:ext cx="9500869" cy="6858000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36E4BB45-A9BA-4325-A0C5-AD8C71298B8A}"/>
              </a:ext>
            </a:extLst>
          </p:cNvPr>
          <p:cNvSpPr/>
          <p:nvPr/>
        </p:nvSpPr>
        <p:spPr>
          <a:xfrm rot="13172753">
            <a:off x="5598163" y="3534384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9AF13C2-3983-4499-A6D8-92F2901F51AB}"/>
              </a:ext>
            </a:extLst>
          </p:cNvPr>
          <p:cNvSpPr/>
          <p:nvPr/>
        </p:nvSpPr>
        <p:spPr>
          <a:xfrm>
            <a:off x="1225683" y="64510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F5565E-E83A-4A83-BF26-2A9FD0DAFDBD}"/>
              </a:ext>
            </a:extLst>
          </p:cNvPr>
          <p:cNvSpPr txBox="1"/>
          <p:nvPr/>
        </p:nvSpPr>
        <p:spPr>
          <a:xfrm>
            <a:off x="1345565" y="671367"/>
            <a:ext cx="2747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http://127.0.0.1:8771/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5768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4EA24CA-85CC-49F5-9AA4-8E5EEA9C7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071" y="390121"/>
            <a:ext cx="8627799" cy="5892593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52A5B7B-817B-45FC-AB1C-E479BED99222}"/>
              </a:ext>
            </a:extLst>
          </p:cNvPr>
          <p:cNvSpPr/>
          <p:nvPr/>
        </p:nvSpPr>
        <p:spPr>
          <a:xfrm>
            <a:off x="2567587" y="2782744"/>
            <a:ext cx="1326184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757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4C3DB7E-D9F8-407E-BE5F-B2D71F9CF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C5FF35E-E149-4A5D-B17F-CA68D9876054}"/>
              </a:ext>
            </a:extLst>
          </p:cNvPr>
          <p:cNvSpPr/>
          <p:nvPr/>
        </p:nvSpPr>
        <p:spPr>
          <a:xfrm>
            <a:off x="2775924" y="416342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56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064C1B7-53FD-4893-8A77-325B9B795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5E7ADA-14CC-4D92-B7AC-505229FC3CFB}"/>
              </a:ext>
            </a:extLst>
          </p:cNvPr>
          <p:cNvSpPr/>
          <p:nvPr/>
        </p:nvSpPr>
        <p:spPr>
          <a:xfrm>
            <a:off x="2513086" y="1846966"/>
            <a:ext cx="168952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AA23492-5A55-4BC9-9ED2-CFAB1EBB29DF}"/>
              </a:ext>
            </a:extLst>
          </p:cNvPr>
          <p:cNvSpPr/>
          <p:nvPr/>
        </p:nvSpPr>
        <p:spPr>
          <a:xfrm>
            <a:off x="5965804" y="1266635"/>
            <a:ext cx="260291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6797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830CB51-B6C9-4BA8-A74D-23B2266D6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4A1FD29-627C-4531-B62A-B7CCA87CBF51}"/>
              </a:ext>
            </a:extLst>
          </p:cNvPr>
          <p:cNvSpPr/>
          <p:nvPr/>
        </p:nvSpPr>
        <p:spPr>
          <a:xfrm>
            <a:off x="4045160" y="1044779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27D7F99-F622-45D7-9EEC-98D295A34B28}"/>
              </a:ext>
            </a:extLst>
          </p:cNvPr>
          <p:cNvSpPr/>
          <p:nvPr/>
        </p:nvSpPr>
        <p:spPr>
          <a:xfrm>
            <a:off x="5090764" y="1042943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80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E20F95-2787-409D-BB53-D9B0B54A6F59}"/>
              </a:ext>
            </a:extLst>
          </p:cNvPr>
          <p:cNvSpPr txBox="1"/>
          <p:nvPr/>
        </p:nvSpPr>
        <p:spPr>
          <a:xfrm>
            <a:off x="689041" y="925285"/>
            <a:ext cx="1898147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 "</a:t>
            </a:r>
            <a:r>
              <a:rPr kumimoji="1" lang="en-US" altLang="ja-JP" dirty="0" err="1"/>
              <a:t>mcpServers</a:t>
            </a:r>
            <a:r>
              <a:rPr kumimoji="1" lang="en-US" altLang="ja-JP" dirty="0"/>
              <a:t>": {</a:t>
            </a:r>
          </a:p>
          <a:p>
            <a:r>
              <a:rPr kumimoji="1" lang="en-US" altLang="ja-JP" dirty="0"/>
              <a:t>    "</a:t>
            </a:r>
            <a:r>
              <a:rPr kumimoji="1" lang="en-US" altLang="ja-JP" dirty="0" err="1"/>
              <a:t>unityPolyLing</a:t>
            </a:r>
            <a:r>
              <a:rPr kumimoji="1" lang="en-US" altLang="ja-JP" dirty="0"/>
              <a:t>": {</a:t>
            </a:r>
          </a:p>
          <a:p>
            <a:r>
              <a:rPr kumimoji="1" lang="en-US" altLang="ja-JP" dirty="0"/>
              <a:t>      "command": "D:\\UNITY</a:t>
            </a:r>
            <a:r>
              <a:rPr kumimoji="1" lang="ja-JP" altLang="en-US" dirty="0"/>
              <a:t>保存の品</a:t>
            </a:r>
            <a:r>
              <a:rPr kumimoji="1" lang="en-US" altLang="ja-JP" dirty="0"/>
              <a:t>\\TEO3.0</a:t>
            </a:r>
            <a:r>
              <a:rPr kumimoji="1" lang="ja-JP" altLang="en-US" dirty="0"/>
              <a:t>開発中</a:t>
            </a:r>
            <a:r>
              <a:rPr kumimoji="1" lang="en-US" altLang="ja-JP" dirty="0"/>
              <a:t>\\PolyLing\\</a:t>
            </a:r>
            <a:r>
              <a:rPr kumimoji="1" lang="ja-JP" altLang="en-US" dirty="0"/>
              <a:t>データとツール</a:t>
            </a:r>
            <a:r>
              <a:rPr kumimoji="1" lang="en-US" altLang="ja-JP" dirty="0"/>
              <a:t>\\PolyLingMcpServer\\PolyLingMcpServer\\bin\\Debug\\net8.0\\PolyLingMcpServer.exe",</a:t>
            </a:r>
          </a:p>
          <a:p>
            <a:r>
              <a:rPr kumimoji="1" lang="en-US" altLang="ja-JP" dirty="0"/>
              <a:t>      "</a:t>
            </a:r>
            <a:r>
              <a:rPr kumimoji="1" lang="en-US" altLang="ja-JP" dirty="0" err="1"/>
              <a:t>args</a:t>
            </a:r>
            <a:r>
              <a:rPr kumimoji="1" lang="en-US" altLang="ja-JP" dirty="0"/>
              <a:t>": [</a:t>
            </a:r>
          </a:p>
          <a:p>
            <a:r>
              <a:rPr kumimoji="1" lang="en-US" altLang="ja-JP" dirty="0"/>
              <a:t>        "--project",</a:t>
            </a:r>
          </a:p>
          <a:p>
            <a:r>
              <a:rPr kumimoji="1" lang="en-US" altLang="ja-JP" dirty="0"/>
              <a:t>        "D:\\UNITY</a:t>
            </a:r>
            <a:r>
              <a:rPr kumimoji="1" lang="ja-JP" altLang="en-US" dirty="0"/>
              <a:t>保存の品</a:t>
            </a:r>
            <a:r>
              <a:rPr kumimoji="1" lang="en-US" altLang="ja-JP" dirty="0"/>
              <a:t>\\TEO3.0</a:t>
            </a:r>
            <a:r>
              <a:rPr kumimoji="1" lang="ja-JP" altLang="en-US" dirty="0"/>
              <a:t>開発中</a:t>
            </a:r>
            <a:r>
              <a:rPr kumimoji="1" lang="en-US" altLang="ja-JP" dirty="0"/>
              <a:t>\\PolyLing",</a:t>
            </a:r>
          </a:p>
          <a:p>
            <a:r>
              <a:rPr kumimoji="1" lang="en-US" altLang="ja-JP" dirty="0"/>
              <a:t>        "--root",</a:t>
            </a:r>
          </a:p>
          <a:p>
            <a:r>
              <a:rPr kumimoji="1" lang="en-US" altLang="ja-JP" dirty="0"/>
              <a:t>        "settings=C:\\Users\\dhag\\</a:t>
            </a:r>
            <a:r>
              <a:rPr kumimoji="1" lang="en-US" altLang="ja-JP" dirty="0" err="1"/>
              <a:t>AppData</a:t>
            </a:r>
            <a:r>
              <a:rPr kumimoji="1" lang="en-US" altLang="ja-JP" dirty="0"/>
              <a:t>\\</a:t>
            </a:r>
            <a:r>
              <a:rPr kumimoji="1" lang="en-US" altLang="ja-JP" dirty="0" err="1"/>
              <a:t>LocalLow</a:t>
            </a:r>
            <a:r>
              <a:rPr kumimoji="1" lang="en-US" altLang="ja-JP" dirty="0"/>
              <a:t>\\</a:t>
            </a:r>
            <a:r>
              <a:rPr kumimoji="1" lang="en-US" altLang="ja-JP" dirty="0" err="1"/>
              <a:t>HagiharaLab</a:t>
            </a:r>
            <a:r>
              <a:rPr kumimoji="1" lang="en-US" altLang="ja-JP" dirty="0"/>
              <a:t>",</a:t>
            </a:r>
          </a:p>
          <a:p>
            <a:r>
              <a:rPr kumimoji="1" lang="en-US" altLang="ja-JP" dirty="0"/>
              <a:t>        "--editable",</a:t>
            </a:r>
          </a:p>
          <a:p>
            <a:r>
              <a:rPr kumimoji="1" lang="en-US" altLang="ja-JP" dirty="0"/>
              <a:t>        "Packages/</a:t>
            </a:r>
            <a:r>
              <a:rPr kumimoji="1" lang="en-US" altLang="ja-JP" dirty="0" err="1"/>
              <a:t>com.haglib.polyling;Packages</a:t>
            </a:r>
            <a:r>
              <a:rPr kumimoji="1" lang="en-US" altLang="ja-JP" dirty="0"/>
              <a:t>/</a:t>
            </a:r>
            <a:r>
              <a:rPr kumimoji="1" lang="en-US" altLang="ja-JP" dirty="0" err="1"/>
              <a:t>com.haglib.net_duplexchannel;SandBox</a:t>
            </a:r>
            <a:r>
              <a:rPr kumimoji="1" lang="en-US" altLang="ja-JP" dirty="0"/>
              <a:t>;</a:t>
            </a:r>
            <a:r>
              <a:rPr kumimoji="1" lang="ja-JP" altLang="en-US" dirty="0"/>
              <a:t>データとツール</a:t>
            </a:r>
            <a:r>
              <a:rPr kumimoji="1" lang="en-US" altLang="ja-JP" dirty="0"/>
              <a:t>;@settings"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,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    "--target", "player",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    "--player-exe", "</a:t>
            </a:r>
            <a:r>
              <a:rPr kumimoji="1" lang="en-US" altLang="ja-JP" dirty="0" err="1">
                <a:highlight>
                  <a:srgbClr val="FFFF00"/>
                </a:highlight>
              </a:rPr>
              <a:t>PolyLing</a:t>
            </a:r>
            <a:r>
              <a:rPr kumimoji="1" lang="en-US" altLang="ja-JP" dirty="0">
                <a:highlight>
                  <a:srgbClr val="FFFF00"/>
                </a:highlight>
              </a:rPr>
              <a:t>"</a:t>
            </a:r>
          </a:p>
          <a:p>
            <a:r>
              <a:rPr kumimoji="1" lang="en-US" altLang="ja-JP" dirty="0"/>
              <a:t>      ]</a:t>
            </a:r>
          </a:p>
          <a:p>
            <a:r>
              <a:rPr kumimoji="1" lang="en-US" altLang="ja-JP" dirty="0"/>
              <a:t>    }</a:t>
            </a:r>
          </a:p>
          <a:p>
            <a:r>
              <a:rPr kumimoji="1" lang="en-US" altLang="ja-JP" dirty="0"/>
              <a:t>  },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0B24309-2E78-4E66-8183-241D72688AA2}"/>
              </a:ext>
            </a:extLst>
          </p:cNvPr>
          <p:cNvSpPr txBox="1"/>
          <p:nvPr/>
        </p:nvSpPr>
        <p:spPr>
          <a:xfrm>
            <a:off x="1558776" y="6081681"/>
            <a:ext cx="780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クライアントビルドの時は黄色部分をつける。そうでないときはつけない</a:t>
            </a:r>
          </a:p>
        </p:txBody>
      </p:sp>
    </p:spTree>
    <p:extLst>
      <p:ext uri="{BB962C8B-B14F-4D97-AF65-F5344CB8AC3E}">
        <p14:creationId xmlns:p14="http://schemas.microsoft.com/office/powerpoint/2010/main" val="1414434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427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anthropic-sans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yoshihiro hagihara</dc:creator>
  <cp:lastModifiedBy>yoshihiro hagihara</cp:lastModifiedBy>
  <cp:revision>17</cp:revision>
  <dcterms:created xsi:type="dcterms:W3CDTF">2026-09-16T10:02:23Z</dcterms:created>
  <dcterms:modified xsi:type="dcterms:W3CDTF">2026-09-27T01:03:05Z</dcterms:modified>
</cp:coreProperties>
</file>